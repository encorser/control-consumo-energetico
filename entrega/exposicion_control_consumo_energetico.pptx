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universidad_euro_hispanoameric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787" y="109728"/>
            <a:ext cx="960120" cy="11267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307592"/>
            <a:ext cx="10362895" cy="3931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000"/>
                </a:solidFill>
                <a:latin typeface="Arial"/>
              </a:rPr>
              <a:t>UNIVERSIDAD EURO HISPANOAMERICANA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46504"/>
            <a:ext cx="10362895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0000"/>
                </a:solidFill>
                <a:latin typeface="Arial"/>
              </a:rPr>
              <a:t>INGENIERÍA EN SISTEMAS COMPUTACIONALES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21992"/>
            <a:ext cx="10362895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Arial"/>
              </a:rPr>
              <a:t>PROYECTO INTEGRADOR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78608"/>
            <a:ext cx="10362895" cy="84124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0000"/>
                </a:solidFill>
                <a:latin typeface="Arial"/>
              </a:rPr>
              <a:t>CONTROL DE CONSUMO ENERGÉTICO
EN UNA CASA HABITACIÓN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75887"/>
            <a:ext cx="8534095" cy="29260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Presenta: JOSE UZIEL RUIZ LUNA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014215"/>
            <a:ext cx="853409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Materia: Gestión de Proyectos de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325112"/>
            <a:ext cx="853409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Docente: LI. Nora Isela Zamora Aguilar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636008"/>
            <a:ext cx="853409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Grupo: 302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937760"/>
            <a:ext cx="853409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Arial"/>
              </a:rPr>
              <a:t>5.º semestre · Modalidad mixta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897880"/>
            <a:ext cx="8534095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Arial"/>
              </a:rPr>
              <a:t>Xalapa, Veracruz,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000000"/>
                </a:solidFill>
                <a:latin typeface="Arial"/>
              </a:rPr>
              <a:t>1. Problema y usuario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Planteamiento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303520" cy="42976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Problema. </a:t>
            </a:r>
            <a:r>
              <a:rPr sz="1800">
                <a:solidFill>
                  <a:srgbClr val="000000"/>
                </a:solidFill>
                <a:latin typeface="Arial"/>
              </a:rPr>
              <a:t>Los recibos de electricidad pueden quedar dispersos y es difícil comparar el consumo entre periodos.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Usuario. </a:t>
            </a:r>
            <a:r>
              <a:rPr sz="1800">
                <a:solidFill>
                  <a:srgbClr val="000000"/>
                </a:solidFill>
                <a:latin typeface="Arial"/>
              </a:rPr>
              <a:t>Una sola persona: el usuario de la vivienda.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Necesidad. </a:t>
            </a:r>
            <a:r>
              <a:rPr sz="1800">
                <a:solidFill>
                  <a:srgbClr val="000000"/>
                </a:solidFill>
                <a:latin typeface="Arial"/>
              </a:rPr>
              <a:t>Registrar los recibos y revisar consumos e importes en un solo lugar.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417320"/>
            <a:ext cx="5212080" cy="42976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Propuesta. </a:t>
            </a:r>
            <a:r>
              <a:rPr sz="1800">
                <a:solidFill>
                  <a:srgbClr val="000000"/>
                </a:solidFill>
                <a:latin typeface="Arial"/>
              </a:rPr>
              <a:t>Registrar manualmente el periodo facturado, el consumo en kWh y el importe en pesos.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Resultado esperado. </a:t>
            </a:r>
            <a:r>
              <a:rPr sz="1800">
                <a:solidFill>
                  <a:srgbClr val="000000"/>
                </a:solidFill>
                <a:latin typeface="Arial"/>
              </a:rPr>
              <a:t>Consultar el historial, ver las diferencias y recibir una recomendación general si aumenta el consumo.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Contexto. </a:t>
            </a:r>
            <a:r>
              <a:rPr sz="1800">
                <a:solidFill>
                  <a:srgbClr val="000000"/>
                </a:solidFill>
                <a:latin typeface="Arial"/>
              </a:rPr>
              <a:t>Vivienda familiar hipotética en Tuzamapan, Xalapa, Veracruz.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000000"/>
                </a:solidFill>
                <a:latin typeface="Arial"/>
              </a:rPr>
              <a:t>2. Objetivos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Qué incluye y qué no incluye la 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881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Objetivo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7442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Diseñar un sistema para registrar recibos de CFE, comparar el consumo eléctrico y los importes, e identificar incrementos mediante una regla sencilla.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87752"/>
            <a:ext cx="5303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Incluye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71800"/>
            <a:ext cx="5212080" cy="219456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 Registro manual de recibos.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 Consulta e historial por periodo.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 Comparación y recomendación de ahorro.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 Prototipo visual de cuatro pantallas.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587752"/>
            <a:ext cx="52120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No incluye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2971800"/>
            <a:ext cx="5212080" cy="219456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 Conexión automática con CFE.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 Lectura de medidores o sensores.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 Consumo individual por aparato.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 IA avanzada, pagos ni una app funcional obligatoria.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000000"/>
                </a:solidFill>
                <a:latin typeface="Arial"/>
              </a:rPr>
              <a:t>3. Requerimientos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Tres funcionales, dos no funcionales y tres grupos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71600"/>
          <a:ext cx="1083563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939"/>
                <a:gridCol w="9029700"/>
              </a:tblGrid>
              <a:tr h="5943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Arial"/>
                        </a:rPr>
                        <a:t>Requerimiento funcional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Arial"/>
                        </a:rPr>
                        <a:t>RF01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Registrar recibos manuales con fechas, kWh e importe.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Arial"/>
                        </a:rPr>
                        <a:t>RF02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Consultar historial y comparar periodos.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Arial"/>
                        </a:rPr>
                        <a:t>RF03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Detectar incrementos y mostrar una recomendación general.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069080"/>
            <a:ext cx="5349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No funcionales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434840"/>
            <a:ext cx="5166360" cy="1371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 RNF01: interfaz en español y mensajes claros.</a:t>
            </a:r>
          </a:p>
          <a:p>
            <a:pPr>
              <a:spcAft>
                <a:spcPts val="7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 RNF02: conservar datos y calcular solo con información disponible.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069080"/>
            <a:ext cx="51663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Grupos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4434840"/>
            <a:ext cx="5212080" cy="13716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 RD01: recibos de CFE.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 RD02: resultados del análisis.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t>•  RD03: recomendaciones.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000000"/>
                </a:solidFill>
                <a:latin typeface="Arial"/>
              </a:rPr>
              <a:t>4. Función inteligente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Regla sencilla, no un modelo avanzado de inteligencia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0"/>
            <a:ext cx="5257800" cy="2926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Entradas. </a:t>
            </a:r>
            <a:r>
              <a:rPr sz="1600">
                <a:solidFill>
                  <a:srgbClr val="000000"/>
                </a:solidFill>
                <a:latin typeface="Arial"/>
              </a:rPr>
              <a:t>Consumo actual y consumo del periodo anterior, medidos en kWh.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Proceso. </a:t>
            </a:r>
            <a:r>
              <a:rPr sz="1600">
                <a:solidFill>
                  <a:srgbClr val="000000"/>
                </a:solidFill>
                <a:latin typeface="Arial"/>
              </a:rPr>
              <a:t>Restar el consumo anterior al actual.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Regla. </a:t>
            </a:r>
            <a:r>
              <a:rPr sz="1600">
                <a:solidFill>
                  <a:srgbClr val="000000"/>
                </a:solidFill>
                <a:latin typeface="Arial"/>
              </a:rPr>
              <a:t>Si la diferencia es mayor que cero, mostrar una recomendación general.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Si faltan datos. </a:t>
            </a:r>
            <a:r>
              <a:rPr sz="1600">
                <a:solidFill>
                  <a:srgbClr val="000000"/>
                </a:solidFill>
                <a:latin typeface="Arial"/>
              </a:rPr>
              <a:t>Indicar que no es posible comparar.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17320"/>
            <a:ext cx="49377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Ejemplo hipotético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874519"/>
          <a:ext cx="49377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</a:tblGrid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Dato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Valor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Periodo anterior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285 kWh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Periodo actual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320 kWh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Diferencia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+35 kWh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Variación aproximada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</a:rPr>
                        <a:t>+12.3 %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82512" y="4041648"/>
            <a:ext cx="4773168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Resultado: se muestra una recomendación general de ahorro. Los valores son de ejemplo, no datos reales de CFE.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000000"/>
                </a:solidFill>
                <a:latin typeface="Arial"/>
              </a:rPr>
              <a:t>5. Prototipo: inicio y registro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Diseño visual en PowerPoint; no es una aplicación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pic>
        <p:nvPicPr>
          <p:cNvPr id="5" name="Picture 4" descr="prototype_screen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5440680" cy="306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4553712"/>
            <a:ext cx="54406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Pantalla 1. Panel principal</a:t>
            </a:r>
          </a:p>
        </p:txBody>
      </p:sp>
      <p:pic>
        <p:nvPicPr>
          <p:cNvPr id="7" name="Picture 6" descr="prototype_screen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440680" cy="3063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553712"/>
            <a:ext cx="54406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Pantalla 2. Registro del recibo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16636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La primera pantalla resume el periodo más reciente. La segunda permite capturar manualmente fechas, consumo en kWh e importe.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000000"/>
                </a:solidFill>
                <a:latin typeface="Arial"/>
              </a:rPr>
              <a:t>6. Prototipo: consulta y análisis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Historial y recomendaciones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pic>
        <p:nvPicPr>
          <p:cNvPr id="5" name="Picture 4" descr="prototype_screen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5440680" cy="306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4553712"/>
            <a:ext cx="54406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Pantalla 3. Historial y comparación</a:t>
            </a:r>
          </a:p>
        </p:txBody>
      </p:sp>
      <p:pic>
        <p:nvPicPr>
          <p:cNvPr id="7" name="Picture 6" descr="prototype_screen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440680" cy="3063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553712"/>
            <a:ext cx="54406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Pantalla 4. Análisis y recomendaciones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166360"/>
            <a:ext cx="106070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La consulta compara dos periodos cuando existen registros suficientes. El análisis presenta el cambio detectado y una recomendación general.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000000"/>
                </a:solidFill>
                <a:latin typeface="Arial"/>
              </a:rPr>
              <a:t>7. Diagramas del proceso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Casos de uso y flujo de actividades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pic>
        <p:nvPicPr>
          <p:cNvPr id="5" name="Picture 4" descr="control_consumo_diagrama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5321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623560"/>
            <a:ext cx="5532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Casos de uso</a:t>
            </a:r>
          </a:p>
        </p:txBody>
      </p:sp>
      <p:pic>
        <p:nvPicPr>
          <p:cNvPr id="7" name="Picture 6" descr="control_consumo_diagrama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25880"/>
            <a:ext cx="5532120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623560"/>
            <a:ext cx="5532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Flujo de actividades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000000"/>
                </a:solidFill>
                <a:latin typeface="Arial"/>
              </a:rPr>
              <a:t>8. Arquitectura y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Organización conceptual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pic>
        <p:nvPicPr>
          <p:cNvPr id="5" name="Picture 4" descr="control_consumo_diagrama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5321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623560"/>
            <a:ext cx="5532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Arquitectura conceptual</a:t>
            </a:r>
          </a:p>
        </p:txBody>
      </p:sp>
      <p:pic>
        <p:nvPicPr>
          <p:cNvPr id="7" name="Picture 6" descr="control_consumo_diagrama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25880"/>
            <a:ext cx="5532120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623560"/>
            <a:ext cx="5532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Diagrama de flujo de datos, nivel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000000"/>
                </a:solidFill>
                <a:latin typeface="Arial"/>
              </a:rPr>
              <a:t>9. Gestión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Planificación, riesgos y control de versiones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5257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Gestión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00784"/>
            <a:ext cx="5212080" cy="210312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 Se organizaron ocho tareas en GitHub Projects.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 La tarea de organización del repositorio se cerró.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 El repositorio tiene más de cinco commits.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  <a:latin typeface="Arial"/>
              </a:defRPr>
            </a:pPr>
            <a:r>
              <a:t>•  Se guardaron cuatro diagramas, el prototipo y seis capturas.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298448"/>
            <a:ext cx="5257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>
                <a:solidFill>
                  <a:srgbClr val="000000"/>
                </a:solidFill>
                <a:latin typeface="Arial"/>
              </a:rPr>
              <a:t>Riesgos principales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72200" y="1737360"/>
          <a:ext cx="53492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3566160"/>
              </a:tblGrid>
              <a:tr h="7429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rial"/>
                        </a:rPr>
                        <a:t>Riesgo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rial"/>
                        </a:rPr>
                        <a:t>Respuesta prevista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rial"/>
                        </a:rPr>
                        <a:t>Captura incorrecta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Validar fechas y valores.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rial"/>
                        </a:rPr>
                        <a:t>Sin recibos previos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Avisar y no comparar.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rial"/>
                        </a:rPr>
                        <a:t>Retrasos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Priorizar y registrar avances.</a:t>
                      </a: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  <a:tcBorders>
                      <a:lnL w="12700">
                        <a:solidFill>
                          <a:srgbClr val="000000"/>
                        </a:solidFill>
                        <a:prstDash val="solid"/>
                      </a:lnL>
                      <a:lnR w="12700">
                        <a:solidFill>
                          <a:srgbClr val="000000"/>
                        </a:solidFill>
                        <a:prstDash val="solid"/>
                      </a:lnR>
                      <a:lnT w="12700">
                        <a:solidFill>
                          <a:srgbClr val="000000"/>
                        </a:solidFill>
                        <a:prstDash val="solid"/>
                      </a:lnT>
                      <a:lnB w="12700">
                        <a:solidFill>
                          <a:srgbClr val="000000"/>
                        </a:solidFill>
                        <a:prstDash val="solid"/>
                      </a:lnB>
                    </a:tcBorders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4800600"/>
            <a:ext cx="10789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Repositorio: github.com/Encorser/control-consumo-energetico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000000"/>
                </a:solidFill>
                <a:latin typeface="Arial"/>
              </a:rPr>
              <a:t>10. Conclusiones y estado actual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1064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Qué se logró y qué falta comprobar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2743200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•  Se delimitó una propuesta con un usuario y tres funcionalidades principales.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•  Se definieron ocho requerimientos, cuatro diagramas y un prototipo visual de cuatro pantallas.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•  La regla de análisis compara el consumo total de dos periodos y genera una recomendación si detecta un incremento.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•  La propuesta no afirma que exista una aplicación funcional ni que haya ahorros comprobados.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17720"/>
            <a:ext cx="104241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000000"/>
                </a:solidFill>
                <a:latin typeface="Arial"/>
              </a:rPr>
              <a:t>Pendiente: revisar el proyecto con el grupo y la docente y aplicar al menos dos mejoras reales.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93792"/>
            <a:ext cx="104241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000000"/>
                </a:solidFill>
                <a:latin typeface="Arial"/>
              </a:rPr>
              <a:t>Gracias. ¿Alguna pregunta?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Exposición: Control de consumo energético en una casa habitación</dc:title>
  <dc:subject>Gestión de Proyectos de Software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